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37960" y="0"/>
            <a:ext cx="73152" cy="6858000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0782A"/>
                </a:solidFill>
                <a:latin typeface="Calibri"/>
              </a:rPr>
              <a:t>PTY4614  ·  CAPSTONE  ·  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57607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My Works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57607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B7C0CC"/>
                </a:solidFill>
                <a:latin typeface="Calibri"/>
              </a:rPr>
              <a:t>Ecosistema multiplataforma de oficios para el hogar:
app móvil, página web y software de escritorio.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886200"/>
            <a:ext cx="1005840" cy="64008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4160520"/>
            <a:ext cx="57607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Definición de Proyecto APT
Ingeniería en Informática  ·  Duoc UC Puerto Montt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97880"/>
            <a:ext cx="5760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Mathias Jara  ·  Nicolas Chiguay  ·  Gabriel Valderas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0782A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Qué vamos a presentar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90472"/>
            <a:ext cx="10058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>
                <a:solidFill>
                  <a:srgbClr val="F0782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435608"/>
            <a:ext cx="9144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764792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Informalidad, pérdida de control y falta de trazabilidad.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86000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450592"/>
            <a:ext cx="10058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>
                <a:solidFill>
                  <a:srgbClr val="F0782A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395728"/>
            <a:ext cx="9144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24912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Tres interfaces y un backend común en Supabase.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46120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410712"/>
            <a:ext cx="10058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>
                <a:solidFill>
                  <a:srgbClr val="F0782A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355848"/>
            <a:ext cx="9144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Por qué es pertinente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685032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Campo laboral, competencias y factibilidad.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06240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370832"/>
            <a:ext cx="10058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>
                <a:solidFill>
                  <a:srgbClr val="F0782A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315968"/>
            <a:ext cx="9144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Objetivos y método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645152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MVP acotado, sprints y Definition of Done.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66360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330952"/>
            <a:ext cx="10058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>
                <a:solidFill>
                  <a:srgbClr val="F0782A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276088"/>
            <a:ext cx="9144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Plan y evidencias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605272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Hitos, Gantt, repositorio y pruebas.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C0CC"/>
                </a:solidFill>
                <a:latin typeface="Calibri"/>
              </a:rPr>
              <a:t>My Works App  ·  Fase 1 Capstone  ·  Duoc UC Puerto Montt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B7C0CC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pt_probl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0"/>
            <a:ext cx="54864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56832" y="0"/>
            <a:ext cx="73152" cy="6858000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50292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9260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0782A"/>
                </a:solidFill>
                <a:latin typeface="Calibri"/>
              </a:rPr>
              <a:t>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El problema que atacamos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943600" cy="1078992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91440" cy="107899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18488"/>
            <a:ext cx="5394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En Chile muchos oficios se piden por WhatsApp o por recomendación.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51760"/>
            <a:ext cx="5943600" cy="1078992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651760"/>
            <a:ext cx="91440" cy="107899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852928"/>
            <a:ext cx="5394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Hay poco control de precios, confianza y seguimiento del trabajo.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86200"/>
            <a:ext cx="5943600" cy="1078992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886200"/>
            <a:ext cx="91440" cy="107899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087368"/>
            <a:ext cx="5394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En otras apps, cliente y trabajador se pasan el contacto y el negocio se sale de la plataforma.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C0CC"/>
                </a:solidFill>
                <a:latin typeface="Calibri"/>
              </a:rPr>
              <a:t>My Works App  ·  Fase 1 Capstone  ·  Duoc UC Puerto Montt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B7C0CC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0782A"/>
                </a:solidFill>
                <a:latin typeface="Calibri"/>
              </a:rPr>
              <a:t>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No es solo una app: es un ecosistema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B7C0CC"/>
                </a:solidFill>
                <a:latin typeface="Calibri"/>
              </a:rPr>
              <a:t>Tres interfaces, un backend común, un mismo ciclo de servicio.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361188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App móvil  ·  Flutter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154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Cliente y trabajador: solicitud, estados, evidencia y cierre del servicio.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361188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874519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dirty="0">
                <a:solidFill>
                  <a:srgbClr val="FFFFFF"/>
                </a:solidFill>
                <a:latin typeface="Calibri"/>
              </a:rPr>
              <a:t>Página web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14600"/>
            <a:ext cx="3154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Catálogo, login, solicitud y seguimiento desde el navegador, sin instalar nada.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64592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80" y="1645920"/>
            <a:ext cx="361188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874519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Hub de escritorio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14600"/>
            <a:ext cx="3154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Soporte, panel ejecutivo, DevSecOps/QA y RRHH para operación interna.</a:t>
            </a:r>
          </a:p>
        </p:txBody>
      </p:sp>
      <p:pic>
        <p:nvPicPr>
          <p:cNvPr id="19" name="Picture 18" descr="ppt_ecosist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977639"/>
            <a:ext cx="11155680" cy="233172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C0CC"/>
                </a:solidFill>
                <a:latin typeface="Calibri"/>
              </a:rPr>
              <a:t>My Works App  ·  Fase 1 Capstone  ·  Duoc UC Puerto Montt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B7C0CC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pt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34440"/>
            <a:ext cx="5120640" cy="5029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384048"/>
            <a:ext cx="50292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9260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0782A"/>
                </a:solidFill>
                <a:latin typeface="Calibri"/>
              </a:rPr>
              <a:t>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Un backend. Tres clientes.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5394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0782A"/>
                </a:solidFill>
                <a:latin typeface="Calibri"/>
              </a:rPr>
              <a:t>Supabase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5394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Auth, PostgreSQL y API. Sin servidor propio desde cero.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578608"/>
            <a:ext cx="5394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0782A"/>
                </a:solidFill>
                <a:latin typeface="Calibri"/>
              </a:rPr>
              <a:t>RLS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07792"/>
            <a:ext cx="5394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Cada usuario solo ve y cambia sus filas.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675888"/>
            <a:ext cx="5394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0782A"/>
                </a:solidFill>
                <a:latin typeface="Calibri"/>
              </a:rPr>
              <a:t>Máquina de estados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05072"/>
            <a:ext cx="5394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Pendiente → aceptado → en curso → aprobación → cierre.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663439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773167"/>
            <a:ext cx="5394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0782A"/>
                </a:solidFill>
                <a:latin typeface="Calibri"/>
              </a:rPr>
              <a:t>Escrow simulado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02351"/>
            <a:ext cx="5394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Retención y liberación mock. Sin pasarela real en esta fase.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C0CC"/>
                </a:solidFill>
                <a:latin typeface="Calibri"/>
              </a:rPr>
              <a:t>My Works App  ·  Fase 1 Capstone  ·  Duoc UC Puerto Montt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B7C0CC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0782A"/>
                </a:solidFill>
                <a:latin typeface="Calibri"/>
              </a:rPr>
              <a:t>PERTINENCIA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Por qué importa a Ingeniería en Informática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09728" cy="1965960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Producto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B7C0CC"/>
                </a:solidFill>
                <a:latin typeface="Calibri"/>
              </a:rPr>
              <a:t>Hay que construir una solución completa, no un módulo suelto.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109728" cy="1965960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169164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Integración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286000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B7C0CC"/>
                </a:solidFill>
                <a:latin typeface="Calibri"/>
              </a:rPr>
              <a:t>Móvil, web y escritorio comparten datos, auth y reglas de negocio.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11880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611880"/>
            <a:ext cx="109728" cy="1965960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B7C0CC"/>
                </a:solidFill>
                <a:latin typeface="Calibri"/>
              </a:rPr>
              <a:t>RLS, roles y control de acceso sobre información sensible.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11880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3611880"/>
            <a:ext cx="109728" cy="1965960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388620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Calidad y plazo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480560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B7C0CC"/>
                </a:solidFill>
                <a:latin typeface="Calibri"/>
              </a:rPr>
              <a:t>Plan, pruebas del flujo crítico y evidencias bajo Capstone.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C0CC"/>
                </a:solidFill>
                <a:latin typeface="Calibri"/>
              </a:rPr>
              <a:t>My Works App  ·  Fase 1 Capstone  ·  Duoc UC Puerto Montt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B7C0CC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0782A"/>
                </a:solidFill>
                <a:latin typeface="Calibri"/>
              </a:rPr>
              <a:t>PERFIL DE EGRESO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Competencias que se ponen en práctica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0782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Desarrollar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1089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7C0CC"/>
                </a:solidFill>
                <a:latin typeface="Calibri"/>
              </a:rPr>
              <a:t>Proceso sistemático de construcción y mantenimiento.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0782A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7452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Modelos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1089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7C0CC"/>
                </a:solidFill>
                <a:latin typeface="Calibri"/>
              </a:rPr>
              <a:t>PostgreSQL/Supabase escalable y con RLS.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3716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5544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0782A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87452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Consultas y rutinas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68880"/>
            <a:ext cx="31089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7C0CC"/>
                </a:solidFill>
                <a:latin typeface="Calibri"/>
              </a:rPr>
              <a:t>Manipular información según el negocio.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1188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0782A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Programación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31089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7C0CC"/>
                </a:solidFill>
                <a:latin typeface="Calibri"/>
              </a:rPr>
              <a:t>Rutinas de variada complejidad con buenas prácticas.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61188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79476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0782A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1480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Pruebas de calidad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09160"/>
            <a:ext cx="31089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7C0CC"/>
                </a:solidFill>
                <a:latin typeface="Calibri"/>
              </a:rPr>
              <a:t>Productos y procesos, flujo crítico.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61188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379476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0782A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11480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09160"/>
            <a:ext cx="31089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7C0CC"/>
                </a:solidFill>
                <a:latin typeface="Calibri"/>
              </a:rPr>
              <a:t>Resolver vulnerabilidades del software construido.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C0CC"/>
                </a:solidFill>
                <a:latin typeface="Calibri"/>
              </a:rPr>
              <a:t>My Works App  ·  Fase 1 Capstone  ·  Duoc UC Puerto Montt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B7C0CC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0782A"/>
                </a:solidFill>
                <a:latin typeface="Calibri"/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Qué vamos a lograr en el MVP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55680" cy="123444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0782A"/>
                </a:solidFill>
                <a:latin typeface="Calibri"/>
              </a:rPr>
              <a:t>OBJETIVO 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Desarrollar el MVP de My Works App como ecosistema multiplataforma que conecte clientes y trabajadores de oficios del hogar, con ciclo del servicio y pago en garantía simulado.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8892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044952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0782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90088"/>
            <a:ext cx="43891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Modelo de datos y RLS compartido por las tres interfaces.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78892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044952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0782A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990088"/>
            <a:ext cx="43891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Aplicación Flutter con roles de cliente y trabajador.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142232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0782A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087368"/>
            <a:ext cx="43891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Web PWA para catálogo, solicitud y seguimiento.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88620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142232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0782A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087368"/>
            <a:ext cx="43891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Hub de escritorio para soporte y operación interna.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8348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239512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0782A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184648"/>
            <a:ext cx="43891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Máquina de estados y escrow simulado sobre el backend común.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98348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5239512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0782A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5184648"/>
            <a:ext cx="43891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Validar el flujo crítico y documentar instalación y uso.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C0CC"/>
                </a:solidFill>
                <a:latin typeface="Calibri"/>
              </a:rPr>
              <a:t>My Works App  ·  Fase 1 Capstone  ·  Duoc UC Puerto Montt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B7C0CC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0782A"/>
                </a:solidFill>
                <a:latin typeface="Calibri"/>
              </a:rPr>
              <a:t>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Ágil, con evidencias en GitHub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61188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0782A"/>
                </a:solidFill>
                <a:latin typeface="Calibri"/>
              </a:rPr>
              <a:t>S 1–4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1546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Definición: problema, objetivos, plan, evidencias y Gantt.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361188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0782A"/>
                </a:solidFill>
                <a:latin typeface="Calibri"/>
              </a:rPr>
              <a:t>S 5–15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40"/>
            <a:ext cx="31546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App, web, hub, backend, escrow simulado e informe de avance.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3716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80" y="1371600"/>
            <a:ext cx="361188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60020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0782A"/>
                </a:solidFill>
                <a:latin typeface="Calibri"/>
              </a:rPr>
              <a:t>S 16–18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77440"/>
            <a:ext cx="31546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Pruebas finales, informe, demo y presentación.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8620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0782A"/>
                </a:solidFill>
                <a:latin typeface="Calibri"/>
              </a:rPr>
              <a:t>Sprints semanales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177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Planificar, construir, integrar, probar y revisar.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88620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406908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0782A"/>
                </a:solidFill>
                <a:latin typeface="Calibri"/>
              </a:rPr>
              <a:t>Definition of 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6177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Funciona, está revisado y subido al repositorio.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388620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406908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0782A"/>
                </a:solidFill>
                <a:latin typeface="Calibri"/>
              </a:rPr>
              <a:t>Artefactos Fase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6177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Arquitectura, modelo de datos, UML mínimo y pruebas.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C0CC"/>
                </a:solidFill>
                <a:latin typeface="Calibri"/>
              </a:rPr>
              <a:t>My Works App  ·  Fase 1 Capstone  ·  Duoc UC Puerto Montt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B7C0CC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0782A"/>
                </a:solidFill>
                <a:latin typeface="Calibri"/>
              </a:rPr>
              <a:t>PLAN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Hitos claros en las 18 semanas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1155680" cy="416052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46120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5032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3944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9592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7416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1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1976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799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68712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07624" y="1371600"/>
            <a:ext cx="438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B7C0CC"/>
                </a:solidFill>
                <a:latin typeface="Calibri"/>
              </a:rPr>
              <a:t>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1627632"/>
            <a:ext cx="1755648" cy="7315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01768" y="1627632"/>
            <a:ext cx="5266944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268712" y="1627632"/>
            <a:ext cx="1097280" cy="73152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181051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Definición APT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1883664"/>
            <a:ext cx="1700784" cy="219456"/>
          </a:xfrm>
          <a:prstGeom prst="roundRect">
            <a:avLst>
              <a:gd name="adj" fmla="val 8000"/>
            </a:avLst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2194560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Modelo de datos + RLS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01768" y="2267712"/>
            <a:ext cx="1700784" cy="219456"/>
          </a:xfrm>
          <a:prstGeom prst="roundRect">
            <a:avLst>
              <a:gd name="adj" fmla="val 8000"/>
            </a:avLst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2578608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App Flutter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01768" y="2651760"/>
            <a:ext cx="4334256" cy="219456"/>
          </a:xfrm>
          <a:prstGeom prst="roundRect">
            <a:avLst>
              <a:gd name="adj" fmla="val 8000"/>
            </a:avLst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2962656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Web PWA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79592" y="3035808"/>
            <a:ext cx="3456432" cy="219456"/>
          </a:xfrm>
          <a:prstGeom prst="roundRect">
            <a:avLst>
              <a:gd name="adj" fmla="val 8000"/>
            </a:avLst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3346704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Hub escritorio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18504" y="3419856"/>
            <a:ext cx="3017520" cy="219456"/>
          </a:xfrm>
          <a:prstGeom prst="roundRect">
            <a:avLst>
              <a:gd name="adj" fmla="val 8000"/>
            </a:avLst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373075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Escrow simulado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18504" y="3803904"/>
            <a:ext cx="3017520" cy="219456"/>
          </a:xfrm>
          <a:prstGeom prst="roundRect">
            <a:avLst>
              <a:gd name="adj" fmla="val 8000"/>
            </a:avLst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114800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Pruebas flujo crítico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74151" y="4187952"/>
            <a:ext cx="2139696" cy="219456"/>
          </a:xfrm>
          <a:prstGeom prst="roundRect">
            <a:avLst>
              <a:gd name="adj" fmla="val 8000"/>
            </a:avLst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4498848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Informe de avance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57416" y="4572000"/>
            <a:ext cx="822959" cy="219456"/>
          </a:xfrm>
          <a:prstGeom prst="roundRect">
            <a:avLst>
              <a:gd name="adj" fmla="val 8000"/>
            </a:avLst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4882896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Informe final y demo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9799" y="4956048"/>
            <a:ext cx="1261872" cy="219456"/>
          </a:xfrm>
          <a:prstGeom prst="roundRect">
            <a:avLst>
              <a:gd name="adj" fmla="val 8000"/>
            </a:avLst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Facilitador: código y stack ya existen. Obstáculo: ampliar de más. Mitigación: congelar el MVP y priorizar el flujo cliente–trabajador–evidencia–pago.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C0CC"/>
                </a:solidFill>
                <a:latin typeface="Calibri"/>
              </a:rPr>
              <a:t>My Works App  ·  Fase 1 Capstone  ·  Duoc UC Puerto Montt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B7C0CC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0782A"/>
                </a:solidFill>
                <a:latin typeface="Calibri"/>
              </a:rPr>
              <a:t>EVIDENCIAS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Cómo se va a demostrar el avance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532120" cy="470916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0782A"/>
                </a:solidFill>
                <a:latin typeface="Calibri"/>
              </a:rPr>
              <a:t>Durante el desarrollo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Repositorio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5029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Código del monorepo: Flutter, web PWA, hub y shared.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Datos y RLS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5029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Esquema de perfiles, trabajadores, trabajos y pagos.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Informe de avance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92040"/>
            <a:ext cx="5029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Hito S9–S10: plan, riesgos y siguientes pasos.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486400" cy="470916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0782A"/>
                </a:solidFill>
                <a:latin typeface="Calibri"/>
              </a:rPr>
              <a:t>Al cierre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574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Matriz de pruebas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5029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Pedido, estados, evidencia, retención y cierre en las tres interfaces.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2918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Demo y manuales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57600"/>
            <a:ext cx="5029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Demostración del MVP más instalación y uso de cliente, trabajador y operación interna.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262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Fuera de alcance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892040"/>
            <a:ext cx="5029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Pasarela real y publicación en tiendas no entran en este MVP.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C0CC"/>
                </a:solidFill>
                <a:latin typeface="Calibri"/>
              </a:rPr>
              <a:t>My Works App  ·  Fase 1 Capstone  ·  Duoc UC Puerto Montt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B7C0CC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pt_equ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280160"/>
            <a:ext cx="3886200" cy="5029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384048"/>
            <a:ext cx="502920" cy="73152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9260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0782A"/>
                </a:solidFill>
                <a:latin typeface="Calibri"/>
              </a:rPr>
              <a:t>EQUIPO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Quién lleva qué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7040880" cy="100584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6583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Mathias Jara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6583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Flutter, página web, hub de escritorio y arquitectura.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14600"/>
            <a:ext cx="7040880" cy="100584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6583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Gabriel Valderas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6583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Modelo de datos, Supabase/RLS y servicios de pago.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57600"/>
            <a:ext cx="7040880" cy="100584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6583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Nicolas Chiguay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6583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C0CC"/>
                </a:solidFill>
                <a:latin typeface="Calibri"/>
              </a:rPr>
              <a:t>UX, flujos, evidencias y documentación.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37760"/>
            <a:ext cx="70408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B7C0CC"/>
                </a:solidFill>
                <a:latin typeface="Calibri"/>
              </a:rPr>
              <a:t>Las integraciones se revisan entre los tres para no desalinearlo entre móvil, web y escritorio.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C0CC"/>
                </a:solidFill>
                <a:latin typeface="Calibri"/>
              </a:rPr>
              <a:t>My Works App  ·  Fase 1 Capstone  ·  Duoc UC Puerto Montt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B7C0CC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498079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0"/>
            <a:ext cx="73152" cy="6858000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492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0782A"/>
                </a:solidFill>
                <a:latin typeface="Calibri"/>
              </a:rPr>
              <a:t>EN RESUMEN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4922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My Works App es un ecosistema,
no una app suelta.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64922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B7C0CC"/>
                </a:solidFill>
                <a:latin typeface="Calibri"/>
              </a:rPr>
              <a:t>MVP acotado al flujo crítico. El pago real queda fuera de esta fase.
Quedamos atentos a sus preguntas.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6492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Mathias Jara  ·  Nicolas Chiguay  ·  Gabriel Valderas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0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1085</Words>
  <Application>Microsoft Office PowerPoint</Application>
  <PresentationFormat>Panorámica</PresentationFormat>
  <Paragraphs>190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mathias jara</cp:lastModifiedBy>
  <cp:revision>2</cp:revision>
  <dcterms:created xsi:type="dcterms:W3CDTF">2013-01-27T09:14:16Z</dcterms:created>
  <dcterms:modified xsi:type="dcterms:W3CDTF">2026-08-31T02:45:33Z</dcterms:modified>
  <cp:category/>
</cp:coreProperties>
</file>